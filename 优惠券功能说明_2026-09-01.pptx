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围绕优惠券的四条主线：好友转赠、发券体系与模板维护、群分享海报与扫码领取、分享区收口与扫码用券。三个代码仓联动。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优惠券（Ticket）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功能说明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功能开发总结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24528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736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22452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发券体系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87168" y="4224528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736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87168" y="422452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好友转赠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51376" y="4224528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736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51376" y="422452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群分享海报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15584" y="4224528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736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15584" y="422452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扫码用券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749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SnowmeetApi（后端） · snowmeet_wechat_mini（小程序） · SnowmeetOfficialAccount（公众号）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108960" cy="2962656"/>
          </a:xfrm>
          <a:prstGeom prst="roundRect">
            <a:avLst>
              <a:gd name="adj" fmla="val 4938"/>
            </a:avLst>
          </a:prstGeom>
          <a:solidFill>
            <a:srgbClr val="1736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8745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</a:t>
            </a:r>
            <a:endParaRPr lang="en-US" sz="9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D6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一张券的完整生命周期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四条主线，一条完整的券链路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每条主线都横跨小程序、后端与公众号三侧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627632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8288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18288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 ①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好友转赠上线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761488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顾客把券转赠给微信好友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接受前必须关注公众号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「我的优惠券」新增已分享历史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38144" y="1627632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9312" y="18288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39312" y="18288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 ②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发券体系成型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2761488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新增优惠券模板维护页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员工发券收敛为三条途径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模板三个「死字段」接进业务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627632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9088" y="18288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18288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 ③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群分享与领取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2761488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模板动态海报生成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扫码关注后自动领取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公众号客服卡片回执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1627632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98864" y="18288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98864" y="18288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 ④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收口与扫码用券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2761488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分享三块合并为折叠卡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分享记录放开到全店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养护开单扫码即用券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" y="5029200"/>
            <a:ext cx="10853928" cy="868680"/>
          </a:xfrm>
          <a:prstGeom prst="roundRect">
            <a:avLst>
              <a:gd name="adj" fmla="val 10526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贯穿全程的一条原则：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券的每一次发放、分享、领取、使用都要留下人（staff_id / member_id）和渠道（channel），规则只在 SnowmeetApi 落一份，公众号侧只做事件转发。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一张券的完整链路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四段链路对应下面各章节的功能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2432304" cy="2834640"/>
          </a:xfrm>
          <a:prstGeom prst="roundRect">
            <a:avLst>
              <a:gd name="adj" fmla="val 3759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011680"/>
            <a:ext cx="402336" cy="402336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0116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发放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60604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员工三条途径发券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 / 系统后台发放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记录发券人与有效期规则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92608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47288" y="1783080"/>
            <a:ext cx="2432304" cy="2834640"/>
          </a:xfrm>
          <a:prstGeom prst="roundRect">
            <a:avLst>
              <a:gd name="adj" fmla="val 3759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48456" y="2011680"/>
            <a:ext cx="402336" cy="402336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48456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42232" y="20116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分享与领取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648456" y="260604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顾客转赠给微信好友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小程序卡片批次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群海报 / 固定二维码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292608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36208" y="1783080"/>
            <a:ext cx="2432304" cy="2834640"/>
          </a:xfrm>
          <a:prstGeom prst="roundRect">
            <a:avLst>
              <a:gd name="adj" fmla="val 3759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376" y="2011680"/>
            <a:ext cx="402336" cy="402336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7376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20116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260604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我的优惠券三个 tab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券详情页 + 券码二维码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手机号验证后才可查看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292608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025128" y="1783080"/>
            <a:ext cx="2432304" cy="2834640"/>
          </a:xfrm>
          <a:prstGeom prst="roundRect">
            <a:avLst>
              <a:gd name="adj" fmla="val 3759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26296" y="2011680"/>
            <a:ext cx="402336" cy="402336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26296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20072" y="20116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2606040"/>
            <a:ext cx="202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开单选券（按模板业务线过滤）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扫券码直接选中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结算按模板规则抵扣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4892040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券的业务线过滤口径已改为按模板判定：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ticket_template.biz_type（零售 / 养护 / 租赁 / 餐饮，不含雪票），取代原来「按券自己的列 + 硬编码补丁」的老写法。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券从哪来：员工发券三条途径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三条之外不再有别的发券入口，每条都必须记录发券人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" y="17373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41832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会员详情页发券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41832" y="23774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2377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渠道：系统后台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店员在会员详情页直接发给指定会员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 MemberAdmin/GrantCoupon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一人一张，最直接的定向发放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17373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53712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分享小程序卡片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53712" y="23774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53712" y="2377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渠道：店员分享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店员把券做成小程序卡片发出去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好友批次：一人领完即止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群批次：进来的每人各领一张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27848" y="1737360"/>
            <a:ext cx="3291840" cy="2971800"/>
          </a:xfrm>
          <a:prstGeom prst="roundRect">
            <a:avLst>
              <a:gd name="adj" fmla="val 3077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165592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固定二维码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65592" y="23774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65592" y="2377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渠道：投放场景自填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复用公众号永久码，贴在投放场景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按模板限领：一人一天一张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换一张码再领一次也会被堵住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" y="4956048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0120" y="4956048"/>
            <a:ext cx="10277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顺带修掉的老问题：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发券接口一直收着 staffId 参数却从没存过，导致全库 12252 张券的发券人为空、后台看不到是谁发的。现已修复（存量补不回来），后台「优惠券管理」可按发券人多选筛选，在职员工排在前面。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优惠券模板维护页（新增）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店长及以上（title_level ≥ 200）可进入，券的规则从此集中在一个页面维护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727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三个「有列没人读」的字段接进业务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029968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EAF2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21214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业务线 biz_type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414016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原来按券自己的列过滤，外加一个模板号硬编码补丁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改为按模板过滤，取值与订单类型对齐（右图「业务类型」四选一）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328416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EAF2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6968" y="341985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有效期 available_days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3712464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原来只抄固定截止日，为空就写成 9999-12-31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统一为：固定截止日 &gt; 启用后 N 天 &gt; 永久，两者互斥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626864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EAF2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47183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优惠规则 discount_rate / discount_amount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501091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原来只读一口价，立减金额按模板号写死且不看门店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改为通用三选一：一口价 &gt; 折扣率 &gt; 立减，按门店逐条配置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62672" y="1764792"/>
            <a:ext cx="1876850" cy="3968496"/>
          </a:xfrm>
          <a:prstGeom prst="roundRect">
            <a:avLst>
              <a:gd name="adj" fmla="val 4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19" name="Image 0" descr="/private/tmp/claude-501/-Users-cangjie-source-snowmeet-snowmeet-ai/4ad1c7a4-7a0e-4ea2-8d27-67e5b335c0cf/scratchpad/shots/04_template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828800"/>
            <a:ext cx="1748834" cy="38404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680960" y="5788152"/>
            <a:ext cx="18402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模板列表：启用中 4 个 · 失效 14 个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582912" y="1764792"/>
            <a:ext cx="1876850" cy="3968496"/>
          </a:xfrm>
          <a:prstGeom prst="roundRect">
            <a:avLst>
              <a:gd name="adj" fmla="val 4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22" name="Image 1" descr="/private/tmp/claude-501/-Users-cangjie-source-snowmeet-snowmeet-ai/4ad1c7a4-7a0e-4ea2-8d27-67e5b335c0cf/scratchpad/shots/05_template_edit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828800"/>
            <a:ext cx="1748834" cy="38404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601200" y="5788152"/>
            <a:ext cx="18402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模板设置：业务类型四选一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商品优惠怎么配、怎么算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原来只读一口价；券 16 的立减（双项 30 / 单项 20）是按模板号硬编码的，而且不看门店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6675120" cy="1572768"/>
          </a:xfrm>
          <a:prstGeom prst="roundRect">
            <a:avLst>
              <a:gd name="adj" fmla="val 5814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181051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三档优惠，固定优先级 —— 不是并列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212848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1C5D8C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2128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一口价 fixed_price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2212848"/>
            <a:ext cx="237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35808" y="2212848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22128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折扣率 discount_rate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2212848"/>
            <a:ext cx="237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57216" y="2212848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57216" y="22128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立减金额 discount_amount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274320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编辑页三选一互斥（保存时只留一个有值，另两个置空），但存量数据里有同时设了两个的——所以服务端必须把先后定死，不能靠「互斥」这个假设。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364992"/>
            <a:ext cx="6675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364992"/>
            <a:ext cx="6675120" cy="1627632"/>
          </a:xfrm>
          <a:prstGeom prst="roundRect">
            <a:avLst>
              <a:gd name="adj" fmla="val 5618"/>
            </a:avLst>
          </a:prstGeom>
          <a:solidFill>
            <a:srgbClr val="F7FAFD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51129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四个容易写错的边界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877056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一口价 0 是有效值（非雪季券配的就是 0），不能当成「没设置」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折扣率是「打几折的小数」：0.8 = 8 折；越界值一律按不打折——宁可少减，不能算出负价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折扣要四舍五入到分：200 × (1 − 0.8) 的二进制结果是 39.999999999999993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立减取 min(立减额, 原价)，不会把价格减成负数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20640"/>
            <a:ext cx="6675120" cy="804672"/>
          </a:xfrm>
          <a:prstGeom prst="roundRect">
            <a:avLst>
              <a:gd name="adj" fmla="val 11364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5120640"/>
            <a:ext cx="6263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没配规则时的安全网：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三个字段全空、或压根没给这个商品配规则时，回退到改造前写死在代码里的那套老规则——漏配门店的商品不能让顾客的券白拿。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62672" y="1719072"/>
            <a:ext cx="1876850" cy="3968496"/>
          </a:xfrm>
          <a:prstGeom prst="roundRect">
            <a:avLst>
              <a:gd name="adj" fmla="val 4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26" name="Image 0" descr="/private/tmp/claude-501/-Users-cangjie-source-snowmeet-snowmeet-ai/4ad1c7a4-7a0e-4ea2-8d27-67e5b335c0cf/scratchpad/shots/08_product_dis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783080"/>
            <a:ext cx="1748834" cy="384048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680960" y="5742432"/>
            <a:ext cx="18402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有效期三选一 + 商品优惠按门店逐条配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582912" y="1719072"/>
            <a:ext cx="1876850" cy="3968496"/>
          </a:xfrm>
          <a:prstGeom prst="roundRect">
            <a:avLst>
              <a:gd name="adj" fmla="val 4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29" name="Image 1" descr="/private/tmp/claude-501/-Users-cangjie-source-snowmeet-snowmeet-ai/4ad1c7a4-7a0e-4ea2-8d27-67e5b335c0cf/scratchpad/shots/09_discount_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783080"/>
            <a:ext cx="1748834" cy="384048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9601200" y="5742432"/>
            <a:ext cx="18402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每条规则在三档里选一个，填数值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顾客把券转赠给微信好友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支持模板 12（免费打蜡券）与 16（老顾客优惠券），按会员号校验归属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048256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持有人发起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88950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在券列表或券详情页点「分享」，走微信原生分享卡片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96896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98064" y="182880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80944" y="2048256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8094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好友打开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980944" y="288950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进入转赠落地页，看到是谁送的、送的什么券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182880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2048256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1208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强制关注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88950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未关注公众号则引导扫码关注，二维码绑定「这一次分享」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60336" y="182880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43216" y="2048256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43216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43216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自动接受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443216" y="288950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关注事件回调到服务端，直接把券记到接受人名下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290304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91472" y="182880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74352" y="2048256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74352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674352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回执通知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9674352" y="288950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公众号客服消息「您已接受 XXX 优惠券」，点击进小程序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4754880"/>
            <a:ext cx="10917936" cy="11430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2960" y="47548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为什么接受必须先关注公众号：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是这条链路里唯一能确认「收券的是个真实微信用户」的锚点，同时把公众号侧的触达通道一并建立起来——后续领取回执、券到期提醒都走这条通道。整个接受动作在服务端完成，小程序不再自己发起接受，只盯着券状态变化刷新界面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转赠链路上的三个关键设计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都是踩过坑之后定下来的口径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36192"/>
            <a:ext cx="10817352" cy="1353312"/>
          </a:xfrm>
          <a:prstGeom prst="roundRect">
            <a:avLst>
              <a:gd name="adj" fmla="val 6757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792224"/>
            <a:ext cx="402336" cy="402336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1719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扫码场景值绑定「这一次分享」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194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同一张券换个人再转赠，如果二维码场景值还绑在券码上，就会复用上一个人的历史扫码记录，券被错误地判给前一个人。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75564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场景值改为「券码 + 这次分享的时间戳」，一次分享一个场景值。这是真实发生过的事故，不是理论风险。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163824"/>
            <a:ext cx="10817352" cy="1353312"/>
          </a:xfrm>
          <a:prstGeom prst="roundRect">
            <a:avLst>
              <a:gd name="adj" fmla="val 6757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19856"/>
            <a:ext cx="402336" cy="402336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467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接受动作放在服务端完成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221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原来靠小程序端轮询后自己发起接受，用户如果没停在那个页面就接不上。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38328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改为公众号关注事件回调直接完成接受，小程序只负责刷新显示。触发点没有小程序会话，用公众号 openid 定位接受人。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791456"/>
            <a:ext cx="10817352" cy="1353312"/>
          </a:xfrm>
          <a:prstGeom prst="roundRect">
            <a:avLst>
              <a:gd name="adj" fmla="val 6757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047488"/>
            <a:ext cx="402336" cy="402336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9743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关注状态读真源字段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44982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早期靠反查公众号事件日志推断「这个人现在关注着吗」，取关再关注等情况容易判错。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5010912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改为直接读会员表上由关注/取关事件同步维护的关注状态字段，判断一步到位。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「我的优惠券」页面改造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顾客侧看券、管券的主入口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1719072"/>
            <a:ext cx="1918489" cy="4059936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9" name="Image 0" descr="/private/tmp/claude-501/-Users-cangjie-source-snowmeet-snowmeet-ai/4ad1c7a4-7a0e-4ea2-8d27-67e5b335c0cf/scratchpad/shots/01_ticket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1790473" cy="39319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5833872"/>
            <a:ext cx="18819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未使用：16 张可用 · 4 张 30 天内到期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24912" y="1719072"/>
            <a:ext cx="1918489" cy="4059936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12" name="Image 1" descr="/private/tmp/claude-501/-Users-cangjie-source-snowmeet-snowmeet-ai/4ad1c7a4-7a0e-4ea2-8d27-67e5b335c0cf/scratchpad/shots/02_ticket_sha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83080"/>
            <a:ext cx="1790473" cy="3931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5833872"/>
            <a:ext cx="18819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已分享：对方已接受，仍看得见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892040" y="1737360"/>
            <a:ext cx="6611112" cy="4114800"/>
          </a:xfrm>
          <a:prstGeom prst="roundRect">
            <a:avLst>
              <a:gd name="adj" fmla="val 2222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138928" y="19385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tab + 券码展示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138928" y="237744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从「未使用 / 已使用」扩到三个，新增「已分享」，未使用 tab 带可用张数角标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券编码 3 位一节横线展示，店员口头核对不再念错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券列表与券详情页的状态、权限判断抽成一份共用逻辑，两边不会再各说各话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138928" y="3803904"/>
            <a:ext cx="6117336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358384" y="39502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「已分享」到底该显示哪些券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5358384" y="4261104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合并两部分：还在分享中、对方尚未接受的券，以及已经转赠成功、对方收下了的券——送出去的券不能一被接受就从我这里消失，不然顾客会以为券丢了。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边界情况：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券被对方转回来、我也接受了，就不该再挂在「已分享」里。判断口径是看这张券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最新一条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转赠成功记录的送出方是不是我——同一张券反复转手，只认最后一次。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群分享：模板动态海报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把券做成一张可以直接发群、发朋友圈的海报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432304" cy="2286000"/>
          </a:xfrm>
          <a:prstGeom prst="roundRect">
            <a:avLst>
              <a:gd name="adj" fmla="val 4000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62456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上传底图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2487168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在模板编辑页上传海报原图，作为这个模板的分享封面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274320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4720" y="1783080"/>
            <a:ext cx="2432304" cy="2286000"/>
          </a:xfrm>
          <a:prstGeom prst="roundRect">
            <a:avLst>
              <a:gd name="adj" fmla="val 4000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75888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7588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51376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摆二维码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75888" y="2487168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在参考画布上拖拽或手输二维码的位置与尺寸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25312" y="274320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2432304" cy="2286000"/>
          </a:xfrm>
          <a:prstGeom prst="roundRect">
            <a:avLst>
              <a:gd name="adj" fmla="val 4000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0296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选码型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2487168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动态码（可追踪批次）或静态码（长期投放）二选一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14232" y="274320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052560" y="1783080"/>
            <a:ext cx="2432304" cy="2286000"/>
          </a:xfrm>
          <a:prstGeom prst="roundRect">
            <a:avLst>
              <a:gd name="adj" fmla="val 4000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53728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5372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729216" y="1993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生成下载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253728" y="2487168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服务端把原图与二维码叠加成海报，自动下载到相册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279392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" y="4279392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7FAFD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" y="4443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海报合成的三条比例规则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32688" y="4773168"/>
            <a:ext cx="4718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原图一律不拉伸，保持上传时的比例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二维码位置按原图的横纵比例分别换算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二维码宽高统一按横向比例换算，保证是正方形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99632" y="4279392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46520" y="44439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配套改动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47731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模板新增海报封面、参考画布宽高、二维码坐标与尺寸等字段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领取页二维码支持长按弹出微信菜单（原来长按没反应）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原来独立的固定二维码入口已并入海报区，不再单独维护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扫码领取闭环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顾客扫到码之后，不需要任何额外操作就能拿到券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6656" y="178308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扫海报 / 固定二维码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596896" y="194767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98064" y="17830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07792" y="178308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关注公众号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194767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17830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C5D8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38928" y="178308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服务端自动发券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194767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60336" y="17830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70064" y="178308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公众号推送客服卡片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194767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1472" y="178308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0" y="178308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点击进入「我的优惠券」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2926080"/>
            <a:ext cx="5330952" cy="2971800"/>
          </a:xfrm>
          <a:prstGeom prst="roundRect">
            <a:avLst>
              <a:gd name="adj" fmla="val 3077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310896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三种批次，三套领取规则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22960" y="3566160"/>
            <a:ext cx="482803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35661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好友批次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356616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一次性领取，被一个人领掉就结束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4315968"/>
            <a:ext cx="482803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" y="4315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群批次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431596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进群的每人各领一张，按人 + 当天去重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" y="5065776"/>
            <a:ext cx="482803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" y="50657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固定二维码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506577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按模板限领，一人一天一张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2926080"/>
            <a:ext cx="5330952" cy="2971800"/>
          </a:xfrm>
          <a:prstGeom prst="roundRect">
            <a:avLst>
              <a:gd name="adj" fmla="val 3077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419088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领取结果怎么回给顾客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419088" y="35661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领取成功：公众号发一张可点击的小程序卡片，直接跳「我的优惠券」，顾客不用自己去翻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领取失败：只发一段说明原因的文字，不带跳转链接——点进去也没有券，反而更困惑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已经关注过的顾客重新打开领取页，同样会自动领取，不需要再关注一次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发券规则全部收在后端一处，公众号侧只做事件转发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分享区重构与分享记录改造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收口：把散在模板编辑页各处的分享能力归到一起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6172200" cy="1847088"/>
          </a:xfrm>
          <a:prstGeom prst="roundRect">
            <a:avLst>
              <a:gd name="adj" fmla="val 4950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1883664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合成一张「分享」折叠卡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249424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分享海报、分享小程序卡片、分享记录三块合成一张卡，各自点标题开合，默认全部收起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整块移到页面最底部，但仍在「保存」按钮之上——海报封面和二维码坐标是要落库的表单字段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730752"/>
            <a:ext cx="617220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730752"/>
            <a:ext cx="6172200" cy="2121408"/>
          </a:xfrm>
          <a:prstGeom prst="roundRect">
            <a:avLst>
              <a:gd name="adj" fmla="val 4310"/>
            </a:avLst>
          </a:prstGeom>
          <a:solidFill>
            <a:srgbClr val="F7FAFD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77056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分享记录三项改造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42816"/>
            <a:ext cx="5715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方式只分两类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小程序卡片 / 海报。顺带修了个 bug：固定二维码批次原来显示成「分享给好友」，实际发的是海报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73168"/>
            <a:ext cx="5715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加日期筛选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默认展示最近一周（今天往前 6 天），不再一次拉全部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303520"/>
            <a:ext cx="5715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显示分享人、放开到全店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能进这个页面的人都能看全店记录；「撤回」同步收紧为只能撤自己的，否则别人的行会挂一颗必定报错的按钮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42632" y="1719072"/>
            <a:ext cx="1918489" cy="4059936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18" name="Image 0" descr="/private/tmp/claude-501/-Users-cangjie-source-snowmeet-snowmeet-ai/4ad1c7a4-7a0e-4ea2-8d27-67e5b335c0cf/scratchpad/shots/06_template_share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783080"/>
            <a:ext cx="1790473" cy="39319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360920" y="5833872"/>
            <a:ext cx="18819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三块收起，位于「保存」之上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445752" y="1719072"/>
            <a:ext cx="1918489" cy="4059936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21" name="Image 1" descr="/private/tmp/claude-501/-Users-cangjie-source-snowmeet-snowmeet-ai/4ad1c7a4-7a0e-4ea2-8d27-67e5b335c0cf/scratchpad/shots/07_share_reco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783080"/>
            <a:ext cx="1790473" cy="39319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464040" y="5833872"/>
            <a:ext cx="18819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记录：日期筛选 + 分享人 + 撤回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券详情页强制授权手机号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券必须挂在一个有手机号的会员身上，否则后续核销、归属、转赠都无从谈起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32688" y="1975104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顾客看到什么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432304"/>
            <a:ext cx="47640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未验证手机号时打开券详情页，整页被遮罩挡住，点不掉也划不动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遮罩上的卡片里放一键授权手机号按钮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同时留一个「返回」出口——微信不接受完全堵死的页面；从深链直接进来、没有上一页时，兜底回到「我的优惠券」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授权成功后重新检查一次再放行，不是拿到回调就直接开门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39512" cy="4023360"/>
          </a:xfrm>
          <a:prstGeom prst="roundRect">
            <a:avLst>
              <a:gd name="adj" fmla="val 2273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0528" y="1975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手机号入库的口径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复用次卡购买页那条已经跑通的链路，没有为这个功能新增接口：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10528" y="2852928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11696" y="2907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按手机号查得到会员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821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归并到这个已有会员，并把当前微信号链上去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10528" y="3767328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11696" y="3822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查不到会员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0965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才新建会员，来源标记为「小程序手机号验证」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47914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这样既不会因为换了台手机就多出一个会员，也不会让老会员的资产被拆成两份。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扫码用券（养护开单）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店员扫顾客手机上的券码，直接把券挂到当前这单上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点扫码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798064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开单页优惠券行新增扫码按钮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96896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98064" y="178308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80944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80944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扫券码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980944" y="2798064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扫顾客券详情页上的二维码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178308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1208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查持有者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798064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后端按券码反查这张券是谁的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60336" y="178308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43216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43216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43216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确认身份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443216" y="2798064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同一个人直接选中；是别人的，二次确认后把开单顾客切成券的主人；没有持有者则中止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290304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91472" y="178308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74352" y="199339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7435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674352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自动选中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9674352" y="2798064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效果与手动选券完全一致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4526280"/>
            <a:ext cx="53309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6928" y="4526280"/>
            <a:ext cx="5330952" cy="1371600"/>
          </a:xfrm>
          <a:prstGeom prst="roundRect">
            <a:avLst>
              <a:gd name="adj" fmla="val 6667"/>
            </a:avLst>
          </a:prstGeom>
          <a:solidFill>
            <a:srgbClr val="F7FAFD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468172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券能不能用，只看一件事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010912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在不在这个会员的可用券列表里。过期、已用、已作废、业务线不对，统统表现为「不在列表里」，一句提示就够——不在前端把服务端那套券状态规则重写一遍。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72200" y="4526280"/>
            <a:ext cx="5330952" cy="1371600"/>
          </a:xfrm>
          <a:prstGeom prst="roundRect">
            <a:avLst>
              <a:gd name="adj" fmla="val 6667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419088" y="46817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切换顾客时连带处理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6419088" y="50109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清掉这单其他装备上挂着的旧顾客的券，避免结算时拿别人的券抵扣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姓名、手机号、性别跟着一起换，不能只换会员号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需要特别注意的一处变更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为了让小程序能扫出券码，券详情页的二维码换了类型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9659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C5D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837944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券详情页的二维码从公众号带参二维码换成了「内容即券码」的普通二维码。公众号那种码里编码的是一条微信短链，券码根本不在二维码内容里，小程序扫了也还原不出来。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3832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C5D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383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255264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公众号「用微信扫一扫扫券 → 收到一条带开单链接的消息」这条路失效（已确认接受）。这条路原本就等价实现了同样的需求，只是要绕一圈公众号。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52628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8006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800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发布要求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4672584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小程序的店员侧与顾客侧必须同版本发布。顾客还是旧版本，店员扫他的券会扫不出来；顾客更新了店员没更新，则微信扫一扫那条已断、新的扫码按钮还没有——中间是一段空窗。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00032" y="1627632"/>
            <a:ext cx="1939309" cy="4105656"/>
          </a:xfrm>
          <a:prstGeom prst="roundRect">
            <a:avLst>
              <a:gd name="adj" fmla="val 42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pic>
        <p:nvPicPr>
          <p:cNvPr id="21" name="Image 0" descr="/private/tmp/claude-501/-Users-cangjie-source-snowmeet-snowmeet-ai/4ad1c7a4-7a0e-4ea2-8d27-67e5b335c0cf/scratchpad/shots/03_ticket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691640"/>
            <a:ext cx="1811293" cy="39776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418320" y="5788152"/>
            <a:ext cx="19027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券详情页底部：核销二维码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943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另一处同类耦合：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后端分享记录接口已改名，小程序侧调的是新名字——后端不先发布，模板编辑页的分享记录会直接取不到数据。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45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优惠券功能说明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345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45720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42976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发布与验证清单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9875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代码已全部提交并推送，尚未发布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4983480" cy="4114800"/>
          </a:xfrm>
          <a:prstGeom prst="roundRect">
            <a:avLst>
              <a:gd name="adj" fmla="val 2222"/>
            </a:avLst>
          </a:prstGeom>
          <a:solidFill>
            <a:srgbClr val="EAF2F9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32688" y="1938528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发布顺序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32688" y="2395728"/>
            <a:ext cx="451713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651760"/>
            <a:ext cx="384048" cy="384048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2487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SnowmeetApi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27980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分享记录接口改名与口径调整、海报保留原图比例的修复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2688" y="3447288"/>
            <a:ext cx="451713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5568" y="3703320"/>
            <a:ext cx="384048" cy="384048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5568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35387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SnowmeetOfficialAccount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27632" y="384962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扫码领取事件转发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2688" y="4498848"/>
            <a:ext cx="451713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5568" y="4754880"/>
            <a:ext cx="384048" cy="384048"/>
          </a:xfrm>
          <a:prstGeom prst="ellipse">
            <a:avLst/>
          </a:prstGeom>
          <a:solidFill>
            <a:srgbClr val="1C5D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627632" y="45902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小程序（店员侧 + 顾客侧）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627632" y="49011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0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必须同版本，不能只发一侧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1737360"/>
            <a:ext cx="5559552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737360"/>
            <a:ext cx="5559552" cy="2788920"/>
          </a:xfrm>
          <a:prstGeom prst="roundRect">
            <a:avLst>
              <a:gd name="adj" fmla="val 3279"/>
            </a:avLst>
          </a:prstGeom>
          <a:solidFill>
            <a:srgbClr val="F7FAFD"/>
          </a:solidFill>
          <a:ln w="12700">
            <a:solidFill>
              <a:srgbClr val="D6E6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99632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上线后要验的几条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2359152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海报：相册写入授权、微信群与朋友圈分享、扫码领取闭环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转赠：关注 → 自动接受 → 收到公众号回执消息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扫码用券：同一个人 / 是别人 / 券没有持有者三个分支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强制授权手机号：新号建档、已有会员归并两条路径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709160"/>
            <a:ext cx="5559552" cy="1170432"/>
          </a:xfrm>
          <a:prstGeom prst="roundRect">
            <a:avLst>
              <a:gd name="adj" fmla="val 7813"/>
            </a:avLst>
          </a:prstGeom>
          <a:solidFill>
            <a:srgbClr val="FBEEDC"/>
          </a:solidFill>
          <a:ln/>
          <a:effectLst>
            <a:outerShdw sx="100000" sy="100000" kx="0" ky="0" algn="bl" rotWithShape="0" blurRad="177800" dist="25400" dir="5400000">
              <a:srgbClr val="0D2338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4709160"/>
            <a:ext cx="5047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D23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一处待确认的口径出入：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文档里记的是「静态二维码仅店长及以上可选」，但模板编辑页本身的准入门槛就已经是店长级，实际并没有第二道关卡。如果本意是要更高一档，需要另外落地。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一张券，从发出到用掉，链路已经闭合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发券记得住是谁发的，分享追得到是谁分的，领取不需要顾客多点一下，用券店员扫一下就行。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7364F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3502152"/>
            <a:ext cx="402336" cy="402336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402336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场景值绑「这一次交互」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4434840"/>
            <a:ext cx="2779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扫码场景值不能绑在券码这种静态标识上，否则会复用无关的历史事件——这是真实事故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7364F"/>
          </a:solidFill>
          <a:ln/>
        </p:spPr>
      </p:sp>
      <p:sp>
        <p:nvSpPr>
          <p:cNvPr id="10" name="Shape 8"/>
          <p:cNvSpPr/>
          <p:nvPr/>
        </p:nvSpPr>
        <p:spPr>
          <a:xfrm>
            <a:off x="4690872" y="3502152"/>
            <a:ext cx="402336" cy="402336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402336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同一套规则只落一份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4434840"/>
            <a:ext cx="2779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发券规则曾经散在主服务和公众号两个仓，结果有效期写死、限领只对一个模板生效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24612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1736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3502152"/>
            <a:ext cx="402336" cy="402336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402336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放开范围要同步收紧操作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4434840"/>
            <a:ext cx="2779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分享记录从「只看自己」放开到全店，撤回按钮若不跟着收紧，用户看到的就是一颗必定报错的按钮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Snowmeet · 优惠券功能说明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优惠券（Ticket）功能说明</dc:title>
  <dc:subject>PptxGenJS Presentation</dc:subject>
  <dc:creator>Snowmeet</dc:creator>
  <cp:lastModifiedBy>Snowmeet</cp:lastModifiedBy>
  <cp:revision>1</cp:revision>
  <dcterms:created xsi:type="dcterms:W3CDTF">2026-09-01T06:24:29Z</dcterms:created>
  <dcterms:modified xsi:type="dcterms:W3CDTF">2026-09-01T06:24:29Z</dcterms:modified>
</cp:coreProperties>
</file>